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5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6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8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9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0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idx="0"/>
          </p:nvPr>
        </p:nvSpPr>
        <p:spPr>
          <a:xfrm>
            <a:off x="914377" y="1831086"/>
            <a:ext cx="10362940" cy="1371600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914377" y="3655313"/>
            <a:ext cx="10362940" cy="912114"/>
          </a:xfrm>
        </p:spPr>
        <a:txBody>
          <a:bodyPr wrap="square"/>
          <a:lstStyle>
            <a:lvl1pPr algn="l">
              <a:buNone/>
              <a:defRPr lang="en-US" sz="24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3291840"/>
            <a:ext cx="2743131" cy="50800"/>
          </a:xfrm>
          <a:prstGeom prst="rect"/>
          <a:solidFill>
            <a:srgbClr val="EE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-dar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idx="0"/>
          </p:nvPr>
        </p:nvSpPr>
        <p:spPr>
          <a:xfrm>
            <a:off x="914377" y="1831086"/>
            <a:ext cx="10362940" cy="1371600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914377" y="3655313"/>
            <a:ext cx="10362940" cy="912114"/>
          </a:xfrm>
        </p:spPr>
        <a:txBody>
          <a:bodyPr wrap="square"/>
          <a:lstStyle>
            <a:lvl1pPr algn="l">
              <a:buNone/>
              <a:defRPr lang="en-US" sz="24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3291840"/>
            <a:ext cx="2743131" cy="50800"/>
          </a:xfrm>
          <a:prstGeom prst="rect"/>
          <a:solidFill>
            <a:srgbClr val="EE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ecti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1377661" y="2283713"/>
            <a:ext cx="9448563" cy="1371600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377661" y="4114800"/>
            <a:ext cx="9448563" cy="733806"/>
          </a:xfrm>
        </p:spPr>
        <a:txBody>
          <a:bodyPr wrap="square"/>
          <a:lstStyle>
            <a:lvl1pPr algn="l">
              <a:buNone/>
              <a:defRPr lang="en-US" sz="24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3751326"/>
            <a:ext cx="2743131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2734" y="1460754"/>
            <a:ext cx="10826225" cy="4711446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ontent-with-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2734" y="1460754"/>
            <a:ext cx="7071183" cy="4711446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Icon"/>
          <p:cNvSpPr>
            <a:spLocks noGrp="1"/>
          </p:cNvSpPr>
          <p:nvPr>
            <p:ph type="pic" idx="10"/>
          </p:nvPr>
        </p:nvSpPr>
        <p:spPr>
          <a:xfrm>
            <a:off x="8290352" y="1714500"/>
            <a:ext cx="3047923" cy="2283713"/>
          </a:xfrm>
        </p:spPr>
        <a:txBody>
          <a:bodyPr wrap="square"/>
          <a:lstStyle>
            <a:lvl1pPr algn="l">
              <a:buNone/>
              <a:defRPr lang="en-US" sz="18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ontent-with-graph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2734" y="1460754"/>
            <a:ext cx="5852013" cy="4711446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Graphic"/>
          <p:cNvSpPr>
            <a:spLocks noGrp="1"/>
          </p:cNvSpPr>
          <p:nvPr>
            <p:ph type="pic" idx="10"/>
          </p:nvPr>
        </p:nvSpPr>
        <p:spPr>
          <a:xfrm>
            <a:off x="6827349" y="1460754"/>
            <a:ext cx="4632844" cy="4711446"/>
          </a:xfrm>
        </p:spPr>
        <a:txBody>
          <a:bodyPr wrap="square"/>
          <a:lstStyle>
            <a:lvl1pPr algn="l">
              <a:buNone/>
              <a:defRPr lang="en-US" sz="18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Left Heading"/>
          <p:cNvSpPr>
            <a:spLocks noGrp="1"/>
          </p:cNvSpPr>
          <p:nvPr>
            <p:ph type="body" idx="10"/>
          </p:nvPr>
        </p:nvSpPr>
        <p:spPr>
          <a:xfrm>
            <a:off x="682734" y="1460754"/>
            <a:ext cx="5120511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3" name="Left Body"/>
          <p:cNvSpPr>
            <a:spLocks noGrp="1"/>
          </p:cNvSpPr>
          <p:nvPr>
            <p:ph type="body" idx="11"/>
          </p:nvPr>
        </p:nvSpPr>
        <p:spPr>
          <a:xfrm>
            <a:off x="682734" y="2105406"/>
            <a:ext cx="5120511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4" name="Right Heading"/>
          <p:cNvSpPr>
            <a:spLocks noGrp="1"/>
          </p:cNvSpPr>
          <p:nvPr>
            <p:ph type="body" idx="12"/>
          </p:nvPr>
        </p:nvSpPr>
        <p:spPr>
          <a:xfrm>
            <a:off x="6388448" y="1460754"/>
            <a:ext cx="5120511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5" name="Right Body"/>
          <p:cNvSpPr>
            <a:spLocks noGrp="1"/>
          </p:cNvSpPr>
          <p:nvPr>
            <p:ph type="body" idx="13"/>
          </p:nvPr>
        </p:nvSpPr>
        <p:spPr>
          <a:xfrm>
            <a:off x="6388448" y="2105406"/>
            <a:ext cx="5120511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wo-column-unev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Left Heading"/>
          <p:cNvSpPr>
            <a:spLocks noGrp="1"/>
          </p:cNvSpPr>
          <p:nvPr>
            <p:ph type="body" idx="10"/>
          </p:nvPr>
        </p:nvSpPr>
        <p:spPr>
          <a:xfrm>
            <a:off x="682734" y="1460754"/>
            <a:ext cx="6827349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3" name="Left Body"/>
          <p:cNvSpPr>
            <a:spLocks noGrp="1"/>
          </p:cNvSpPr>
          <p:nvPr>
            <p:ph type="body" idx="11"/>
          </p:nvPr>
        </p:nvSpPr>
        <p:spPr>
          <a:xfrm>
            <a:off x="682734" y="2105406"/>
            <a:ext cx="6827349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4" name="Right Heading"/>
          <p:cNvSpPr>
            <a:spLocks noGrp="1"/>
          </p:cNvSpPr>
          <p:nvPr>
            <p:ph type="body" idx="12"/>
          </p:nvPr>
        </p:nvSpPr>
        <p:spPr>
          <a:xfrm>
            <a:off x="7924601" y="1460754"/>
            <a:ext cx="3584358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5" name="Right Body"/>
          <p:cNvSpPr>
            <a:spLocks noGrp="1"/>
          </p:cNvSpPr>
          <p:nvPr>
            <p:ph type="body" idx="13"/>
          </p:nvPr>
        </p:nvSpPr>
        <p:spPr>
          <a:xfrm>
            <a:off x="7924601" y="2105406"/>
            <a:ext cx="3584358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Image"/>
          <p:cNvSpPr>
            <a:spLocks noGrp="1"/>
          </p:cNvSpPr>
          <p:nvPr>
            <p:ph type="pic" idx="10"/>
          </p:nvPr>
        </p:nvSpPr>
        <p:spPr>
          <a:xfrm>
            <a:off x="914377" y="1371600"/>
            <a:ext cx="10362940" cy="4389120"/>
          </a:xfrm>
        </p:spPr>
        <a:txBody>
          <a:bodyPr wrap="square"/>
          <a:lstStyle>
            <a:lvl1pPr algn="l">
              <a:buNone/>
              <a:defRPr lang="en-US" sz="18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914377" y="6124194"/>
            <a:ext cx="10362940" cy="459486"/>
          </a:xfrm>
        </p:spPr>
        <a:txBody>
          <a:bodyPr wrap="square"/>
          <a:lstStyle>
            <a:lvl1pPr algn="ctr">
              <a:buNone/>
              <a:defRPr lang="en-US" sz="16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image-with-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Image"/>
          <p:cNvSpPr>
            <a:spLocks noGrp="1"/>
          </p:cNvSpPr>
          <p:nvPr>
            <p:ph type="pic" idx="10"/>
          </p:nvPr>
        </p:nvSpPr>
        <p:spPr>
          <a:xfrm>
            <a:off x="682734" y="1460754"/>
            <a:ext cx="5486262" cy="4711446"/>
          </a:xfrm>
        </p:spPr>
        <a:txBody>
          <a:bodyPr wrap="square"/>
          <a:lstStyle>
            <a:lvl1pPr algn="l">
              <a:buNone/>
              <a:defRPr lang="en-US" sz="18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583515" y="1460754"/>
            <a:ext cx="4925444" cy="4711446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Left Heading"/>
          <p:cNvSpPr>
            <a:spLocks noGrp="1"/>
          </p:cNvSpPr>
          <p:nvPr>
            <p:ph type="body" idx="10"/>
          </p:nvPr>
        </p:nvSpPr>
        <p:spPr>
          <a:xfrm>
            <a:off x="682734" y="1460754"/>
            <a:ext cx="5120511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A3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3" name="Left Body"/>
          <p:cNvSpPr>
            <a:spLocks noGrp="1"/>
          </p:cNvSpPr>
          <p:nvPr>
            <p:ph type="body" idx="11"/>
          </p:nvPr>
        </p:nvSpPr>
        <p:spPr>
          <a:xfrm>
            <a:off x="682734" y="2105406"/>
            <a:ext cx="5120511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4" name="Right Heading"/>
          <p:cNvSpPr>
            <a:spLocks noGrp="1"/>
          </p:cNvSpPr>
          <p:nvPr>
            <p:ph type="body" idx="12"/>
          </p:nvPr>
        </p:nvSpPr>
        <p:spPr>
          <a:xfrm>
            <a:off x="6388448" y="1460754"/>
            <a:ext cx="5120511" cy="548640"/>
          </a:xfrm>
        </p:spPr>
        <a:txBody>
          <a:bodyPr wrap="square"/>
          <a:lstStyle>
            <a:lvl1pPr algn="l">
              <a:buNone/>
              <a:defRPr lang="en-US" sz="20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5" name="Right Body"/>
          <p:cNvSpPr>
            <a:spLocks noGrp="1"/>
          </p:cNvSpPr>
          <p:nvPr>
            <p:ph type="body" idx="13"/>
          </p:nvPr>
        </p:nvSpPr>
        <p:spPr>
          <a:xfrm>
            <a:off x="6388448" y="2105406"/>
            <a:ext cx="5120511" cy="4066794"/>
          </a:xfrm>
        </p:spPr>
        <a:txBody>
          <a:bodyPr wrap="square"/>
          <a:lstStyle>
            <a:lvl1pPr algn="l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0" name="Accent Bar"/>
          <p:cNvSpPr/>
          <p:nvPr/>
        </p:nvSpPr>
        <p:spPr>
          <a:xfrm>
            <a:off x="0" y="1145285"/>
            <a:ext cx="1828754" cy="50800"/>
          </a:xfrm>
          <a:prstGeom prst="rect"/>
          <a:solidFill>
            <a:srgbClr val="EE0000"/>
          </a:solidFill>
          <a:ln>
            <a:noFill/>
          </a:ln>
        </p:spPr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at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0"/>
          </p:nvPr>
        </p:nvSpPr>
        <p:spPr>
          <a:xfrm>
            <a:off x="682734" y="363474"/>
            <a:ext cx="10826225" cy="733806"/>
          </a:xfrm>
        </p:spPr>
        <a:txBody>
          <a:bodyPr wrap="square"/>
          <a:lstStyle>
            <a:lvl1pPr algn="l">
              <a:buNone/>
              <a:defRPr lang="en-US" sz="28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Metric"/>
          <p:cNvSpPr>
            <a:spLocks noGrp="1"/>
          </p:cNvSpPr>
          <p:nvPr>
            <p:ph type="body" idx="10"/>
          </p:nvPr>
        </p:nvSpPr>
        <p:spPr>
          <a:xfrm>
            <a:off x="1219169" y="1831086"/>
            <a:ext cx="9753356" cy="2057400"/>
          </a:xfrm>
        </p:spPr>
        <a:txBody>
          <a:bodyPr wrap="square"/>
          <a:lstStyle>
            <a:lvl1pPr algn="ctr">
              <a:buNone/>
              <a:defRPr lang="en-US" sz="3600" b="1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1828754" y="4114800"/>
            <a:ext cx="8534186" cy="1831086"/>
          </a:xfrm>
        </p:spPr>
        <a:txBody>
          <a:bodyPr wrap="square"/>
          <a:lstStyle>
            <a:lvl1pPr algn="ctr" marL="320040" indent="-228600">
              <a:buFont typeface="Arial" charset="0"/>
              <a:buChar char="•"/>
              <a:defRPr lang="en-US" sz="20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quote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idx="0"/>
          </p:nvPr>
        </p:nvSpPr>
        <p:spPr>
          <a:xfrm>
            <a:off x="1377661" y="1371600"/>
            <a:ext cx="9448563" cy="3202686"/>
          </a:xfrm>
        </p:spPr>
        <a:txBody>
          <a:bodyPr wrap="square"/>
          <a:lstStyle>
            <a:lvl1pPr algn="ctr">
              <a:buNone/>
              <a:defRPr lang="en-US" sz="2800" b="0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Attribution"/>
          <p:cNvSpPr>
            <a:spLocks noGrp="1"/>
          </p:cNvSpPr>
          <p:nvPr>
            <p:ph type="body" idx="1"/>
          </p:nvPr>
        </p:nvSpPr>
        <p:spPr>
          <a:xfrm>
            <a:off x="1377661" y="4800600"/>
            <a:ext cx="9448563" cy="685800"/>
          </a:xfrm>
        </p:spPr>
        <a:txBody>
          <a:bodyPr wrap="square"/>
          <a:lstStyle>
            <a:lvl1pPr algn="ctr">
              <a:buNone/>
              <a:defRPr lang="en-US" sz="16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01" name="Slide Number"/>
          <p:cNvSpPr>
            <a:spLocks noGrp="1"/>
          </p:cNvSpPr>
          <p:nvPr>
            <p:ph type="sldNum" sz="quarter" idx="20"/>
          </p:nvPr>
        </p:nvSpPr>
        <p:spPr>
          <a:xfrm>
            <a:off x="11277317" y="6398514"/>
            <a:ext cx="685800" cy="320040"/>
          </a:xfrm>
        </p:spPr>
        <p:txBody>
          <a:bodyPr/>
          <a:lstStyle/>
          <a:p>
            <a:pPr algn="r"/>
            <a:fld type="slidenum" id="{B6F15528-F159-4107-8E1A-4C7D40CC3D3E}">
              <a:rPr lang="en-US" sz="1400">
                <a:solidFill>
                  <a:srgbClr val="6A6E73"/>
                </a:solidFill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idx="0"/>
          </p:nvPr>
        </p:nvSpPr>
        <p:spPr>
          <a:xfrm>
            <a:off x="1377661" y="1831086"/>
            <a:ext cx="9448563" cy="1371600"/>
          </a:xfrm>
        </p:spPr>
        <a:txBody>
          <a:bodyPr wrap="square"/>
          <a:lstStyle>
            <a:lvl1pPr algn="ctr">
              <a:buNone/>
              <a:defRPr lang="en-US" sz="3600" b="1">
                <a:solidFill>
                  <a:srgbClr val="151515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7661" y="3202686"/>
            <a:ext cx="9448563" cy="733806"/>
          </a:xfrm>
        </p:spPr>
        <a:txBody>
          <a:bodyPr wrap="square"/>
          <a:lstStyle>
            <a:lvl1pPr algn="ctr">
              <a:buNone/>
              <a:defRPr lang="en-US" sz="2400" b="0">
                <a:solidFill>
                  <a:srgbClr val="6A6E73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  <p:sp>
        <p:nvSpPr>
          <p:cNvPr id="12" name="Contact"/>
          <p:cNvSpPr>
            <a:spLocks noGrp="1"/>
          </p:cNvSpPr>
          <p:nvPr>
            <p:ph type="body" idx="10"/>
          </p:nvPr>
        </p:nvSpPr>
        <p:spPr>
          <a:xfrm>
            <a:off x="1377661" y="4114800"/>
            <a:ext cx="9448563" cy="459486"/>
          </a:xfrm>
        </p:spPr>
        <a:txBody>
          <a:bodyPr wrap="square"/>
          <a:lstStyle>
            <a:lvl1pPr algn="ctr">
              <a:buNone/>
              <a:defRPr lang="en-US" sz="2000" b="0">
                <a:solidFill>
                  <a:srgbClr val="EE0000"/>
                </a:solidFill>
                <a:latin typeface="Calibri"/>
              </a:defRPr>
            </a:lvl1pPr>
          </a:lstStyle>
          <a:p>
            <a:r>
              <a:rPr lang="en-US"/>
              <a:t/>
            </a:r>
          </a:p>
        </a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100" Type="http://schemas.openxmlformats.org/officeDocument/2006/relationships/slideLayout" Target="../slideLayouts/slideLayout1.xml"/><Relationship Id="rId101" Type="http://schemas.openxmlformats.org/officeDocument/2006/relationships/slideLayout" Target="../slideLayouts/slideLayout2.xml"/><Relationship Id="rId102" Type="http://schemas.openxmlformats.org/officeDocument/2006/relationships/slideLayout" Target="../slideLayouts/slideLayout3.xml"/><Relationship Id="rId103" Type="http://schemas.openxmlformats.org/officeDocument/2006/relationships/slideLayout" Target="../slideLayouts/slideLayout4.xml"/><Relationship Id="rId104" Type="http://schemas.openxmlformats.org/officeDocument/2006/relationships/slideLayout" Target="../slideLayouts/slideLayout5.xml"/><Relationship Id="rId105" Type="http://schemas.openxmlformats.org/officeDocument/2006/relationships/slideLayout" Target="../slideLayouts/slideLayout6.xml"/><Relationship Id="rId106" Type="http://schemas.openxmlformats.org/officeDocument/2006/relationships/slideLayout" Target="../slideLayouts/slideLayout7.xml"/><Relationship Id="rId107" Type="http://schemas.openxmlformats.org/officeDocument/2006/relationships/slideLayout" Target="../slideLayouts/slideLayout8.xml"/><Relationship Id="rId108" Type="http://schemas.openxmlformats.org/officeDocument/2006/relationships/slideLayout" Target="../slideLayouts/slideLayout9.xml"/><Relationship Id="rId109" Type="http://schemas.openxmlformats.org/officeDocument/2006/relationships/slideLayout" Target="../slideLayouts/slideLayout10.xml"/><Relationship Id="rId110" Type="http://schemas.openxmlformats.org/officeDocument/2006/relationships/slideLayout" Target="../slideLayouts/slideLayout11.xml"/><Relationship Id="rId111" Type="http://schemas.openxmlformats.org/officeDocument/2006/relationships/slideLayout" Target="../slideLayouts/slideLayout12.xml"/><Relationship Id="rId112" Type="http://schemas.openxmlformats.org/officeDocument/2006/relationships/slideLayout" Target="../slideLayouts/slideLayout13.xml"/><Relationship Id="rId11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100"/>
    <p:sldLayoutId id="2147483650" r:id="rId101"/>
    <p:sldLayoutId id="2147483651" r:id="rId102"/>
    <p:sldLayoutId id="2147483652" r:id="rId103"/>
    <p:sldLayoutId id="2147483653" r:id="rId104"/>
    <p:sldLayoutId id="2147483654" r:id="rId105"/>
    <p:sldLayoutId id="2147483655" r:id="rId106"/>
    <p:sldLayoutId id="2147483656" r:id="rId107"/>
    <p:sldLayoutId id="2147483657" r:id="rId108"/>
    <p:sldLayoutId id="2147483658" r:id="rId109"/>
    <p:sldLayoutId id="2147483659" r:id="rId110"/>
    <p:sldLayoutId id="2147483660" r:id="rId111"/>
    <p:sldLayoutId id="2147483661" r:id="rId112"/>
    <p:sldLayoutId id="2147483662" r:id="rId113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